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4" r:id="rId5"/>
    <p:sldId id="260" r:id="rId6"/>
    <p:sldId id="258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52" d="100"/>
          <a:sy n="52" d="100"/>
        </p:scale>
        <p:origin x="115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F3F78-CC4C-4410-BD19-50E9966652FF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35EFF3-9823-4E78-B4E4-8B06AD62DB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9920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Not currently implemented, will be moved to the next sprint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35EFF3-9823-4E78-B4E4-8B06AD62DBE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9309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E9B49-4919-E2B5-B488-36DFF2BA91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1ACAB8-102A-DAE0-9096-CB04E5E15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9F404-932B-84D3-70FB-5AE88723F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CA276-63AD-478F-8735-7F598CABE76B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4ECCF-2021-051F-7C1D-D3B12A3BE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E7923-8A2F-9DD5-A144-91CD040BF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12526-A766-4FB7-9E2C-699B441899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8517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38DE8-C8C4-DC5E-22B5-879250415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6FC1A-2581-EE80-4ABA-4DB795C33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86B8F-C8A6-A992-D498-344CB222F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CA276-63AD-478F-8735-7F598CABE76B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74584-3E7D-63CF-4E70-EE6E17172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11718F-5921-7C55-0285-702FEEDB8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12526-A766-4FB7-9E2C-699B441899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8791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09699-C573-9213-3573-8EDCBB349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8FB218-358B-C9B9-710D-917DBC969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6DE50-4AD1-DA0E-0B84-A40351F9F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CA276-63AD-478F-8735-7F598CABE76B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BBA7D-9A03-0B93-7A0A-6C5B8CC8C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9F923-5278-7484-B642-9C04DF43D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12526-A766-4FB7-9E2C-699B441899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854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2668-9244-2E83-9F7E-987C3E339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96123-3779-4412-F082-6E58EF1D53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ECEF84-7EA1-C9B4-043B-568D36B1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96CDBB-425A-A867-9A02-B44E77053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CA276-63AD-478F-8735-7F598CABE76B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6A19F-5488-5219-A8F3-C53005785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DF057-7631-3E5D-09D4-121829AE0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12526-A766-4FB7-9E2C-699B441899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902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FE57B-728A-9834-FF5F-2B753EC2E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984336-C456-955D-F183-E9CA7BE08E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8B3506-43C1-7A23-9DBD-8124F4B0A3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963399-09BE-2632-79FD-FB6BC3AA33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D80E0D-2F25-4385-4599-41499BDBFF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549AE5-4B90-25C2-A93C-E3385B8CD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CA276-63AD-478F-8735-7F598CABE76B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CFF58F-DBD1-B2F4-6C9E-7DE5A2002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346A86-6F04-97BF-D365-BC993E368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12526-A766-4FB7-9E2C-699B441899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3989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FC106-BB83-30AD-EE80-2C56A5A00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89F3BA-D039-608B-8CEE-8A3DF9793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CA276-63AD-478F-8735-7F598CABE76B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EB8BCE-2D76-ECCB-0F69-2154D0CBE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8D5E18-3932-4902-6AB5-D65C1D694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12526-A766-4FB7-9E2C-699B441899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2301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9509F8-D32F-1879-A14B-60EBB7A71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CA276-63AD-478F-8735-7F598CABE76B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92AABF-3B7F-3B2B-2A9A-43E84CF37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0191B2-5C2D-52AD-D566-0DA4D8A62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12526-A766-4FB7-9E2C-699B441899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9910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4054B-1C5B-5AC5-0E7E-AB90C6F64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49FE8-0201-36C8-1886-B1D601904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71919C-2E57-513E-85E7-53903766B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4D78B-4667-A5F5-A992-4C8733EF2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CA276-63AD-478F-8735-7F598CABE76B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C8C6C8-86C4-0AC8-762E-A3D055074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4FD4BE-2DB0-B2BA-DD47-63BEFDDAA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12526-A766-4FB7-9E2C-699B441899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0843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816D7-4C3B-2F02-40B7-229DE9CEB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07E623-DBB7-42BA-D447-9520CE3F16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629CF1-54B5-8C4D-4276-12674BEEEE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DC1880-88C2-1BF5-0FFF-236A436F7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CA276-63AD-478F-8735-7F598CABE76B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E6FD77-794B-7FB7-1860-6B5D854C8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1936B7-746F-A93D-9EDF-F947B28B2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12526-A766-4FB7-9E2C-699B441899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596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13DE6-E783-0686-B9B3-2E3120ACB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E352C8-5CAD-CBD7-A668-86122B1E4D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13DA2-83D1-708F-4659-017E38B42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CA276-63AD-478F-8735-7F598CABE76B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B727D-09A7-2DE0-0D07-7F45241FE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7A460-C6A3-32F8-B425-8642E10C8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12526-A766-4FB7-9E2C-699B441899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9002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F1D6D7-1546-64DA-A700-CF10AEF5AA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7ABC46-C428-4AC2-3265-AB737F7378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804EA-2581-1AEA-CCCF-3BA0AE964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CA276-63AD-478F-8735-7F598CABE76B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5A3C9-4944-92A7-10B3-9D4ECFBC9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36FD2-A68B-0FB7-8F09-E46EA5C6C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12526-A766-4FB7-9E2C-699B441899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276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B0EB85-A738-12D5-F2D7-0EE2C917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7A36A-10C2-AF72-D767-545B41462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13400-9E94-6AE0-6D5C-753FCB35DE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CA276-63AD-478F-8735-7F598CABE76B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6DD78-7829-E152-ED4A-2ADBCA1D78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5418D-AB30-6613-1953-51D5BD6F9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D12526-A766-4FB7-9E2C-699B441899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4633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93C21-1CEF-FEB1-B76D-62B55E242C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IMS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580A9D-3630-877E-A076-C1E0851EAF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Iman Kassim</a:t>
            </a:r>
          </a:p>
        </p:txBody>
      </p:sp>
    </p:spTree>
    <p:extLst>
      <p:ext uri="{BB962C8B-B14F-4D97-AF65-F5344CB8AC3E}">
        <p14:creationId xmlns:p14="http://schemas.microsoft.com/office/powerpoint/2010/main" val="3729237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C9022-E099-9507-2DE9-E1F3AA7F1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7E87E-6178-A82F-57DB-50421C1AE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GB" dirty="0"/>
              <a:t>Agile project</a:t>
            </a:r>
          </a:p>
          <a:p>
            <a:pPr>
              <a:buFontTx/>
              <a:buChar char="-"/>
            </a:pPr>
            <a:r>
              <a:rPr lang="en-GB" dirty="0"/>
              <a:t>Create an Inventory Management System that contains:</a:t>
            </a:r>
          </a:p>
          <a:p>
            <a:pPr lvl="1">
              <a:buFontTx/>
              <a:buChar char="-"/>
            </a:pPr>
            <a:r>
              <a:rPr lang="en-GB" dirty="0"/>
              <a:t>Customers</a:t>
            </a:r>
          </a:p>
          <a:p>
            <a:pPr lvl="1">
              <a:buFontTx/>
              <a:buChar char="-"/>
            </a:pPr>
            <a:r>
              <a:rPr lang="en-GB" dirty="0"/>
              <a:t>Items</a:t>
            </a:r>
          </a:p>
          <a:p>
            <a:pPr lvl="1">
              <a:buFontTx/>
              <a:buChar char="-"/>
            </a:pPr>
            <a:r>
              <a:rPr lang="en-GB" dirty="0"/>
              <a:t>Orders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7977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933E8-5AAE-CBB7-3CA9-2C3595C64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JIRA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9E05C7-E622-144B-6838-0AC33D005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912" y="1615562"/>
            <a:ext cx="7164198" cy="4155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085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0CCD2-93AE-AD69-B5C6-B408E6327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MVP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B1259ED-7D89-0D29-CF1D-DBDA938F22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670480"/>
              </p:ext>
            </p:extLst>
          </p:nvPr>
        </p:nvGraphicFramePr>
        <p:xfrm>
          <a:off x="838200" y="1627465"/>
          <a:ext cx="10922466" cy="43530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0822">
                  <a:extLst>
                    <a:ext uri="{9D8B030D-6E8A-4147-A177-3AD203B41FA5}">
                      <a16:colId xmlns:a16="http://schemas.microsoft.com/office/drawing/2014/main" val="2807745650"/>
                    </a:ext>
                  </a:extLst>
                </a:gridCol>
                <a:gridCol w="3640822">
                  <a:extLst>
                    <a:ext uri="{9D8B030D-6E8A-4147-A177-3AD203B41FA5}">
                      <a16:colId xmlns:a16="http://schemas.microsoft.com/office/drawing/2014/main" val="4258662254"/>
                    </a:ext>
                  </a:extLst>
                </a:gridCol>
                <a:gridCol w="3640822">
                  <a:extLst>
                    <a:ext uri="{9D8B030D-6E8A-4147-A177-3AD203B41FA5}">
                      <a16:colId xmlns:a16="http://schemas.microsoft.com/office/drawing/2014/main" val="331120670"/>
                    </a:ext>
                  </a:extLst>
                </a:gridCol>
              </a:tblGrid>
              <a:tr h="442511">
                <a:tc gridSpan="3"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Create application that can be used from the command line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659849"/>
                  </a:ext>
                </a:extLst>
              </a:tr>
              <a:tr h="481089">
                <a:tc>
                  <a:txBody>
                    <a:bodyPr/>
                    <a:lstStyle/>
                    <a:p>
                      <a:r>
                        <a:rPr lang="en-GB" i="1" dirty="0">
                          <a:solidFill>
                            <a:schemeClr val="tx1"/>
                          </a:solidFill>
                        </a:rPr>
                        <a:t>Customer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i="1" dirty="0">
                          <a:solidFill>
                            <a:schemeClr val="tx1"/>
                          </a:solidFill>
                        </a:rPr>
                        <a:t>Item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i="1" dirty="0">
                          <a:solidFill>
                            <a:schemeClr val="tx1"/>
                          </a:solidFill>
                        </a:rPr>
                        <a:t>Order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276797"/>
                  </a:ext>
                </a:extLst>
              </a:tr>
              <a:tr h="3429457"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Add a customer to the system</a:t>
                      </a:r>
                    </a:p>
                    <a:p>
                      <a:pPr>
                        <a:buFontTx/>
                        <a:buNone/>
                      </a:pP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FontTx/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View all customers in the system</a:t>
                      </a:r>
                    </a:p>
                    <a:p>
                      <a:pPr>
                        <a:buFontTx/>
                        <a:buNone/>
                      </a:pP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FontTx/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Update a customer in the system</a:t>
                      </a:r>
                    </a:p>
                    <a:p>
                      <a:pPr>
                        <a:buFontTx/>
                        <a:buNone/>
                      </a:pP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FontTx/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Delete a customer in the system</a:t>
                      </a:r>
                    </a:p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Add an item to the system</a:t>
                      </a:r>
                    </a:p>
                    <a:p>
                      <a:pPr>
                        <a:buFontTx/>
                        <a:buNone/>
                      </a:pP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FontTx/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View all items in the system</a:t>
                      </a:r>
                    </a:p>
                    <a:p>
                      <a:pPr>
                        <a:buFontTx/>
                        <a:buNone/>
                      </a:pP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FontTx/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Update an item in the system</a:t>
                      </a:r>
                    </a:p>
                    <a:p>
                      <a:pPr>
                        <a:buFontTx/>
                        <a:buNone/>
                      </a:pP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FontTx/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Delete an item in the system</a:t>
                      </a:r>
                    </a:p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Create an order in the system.</a:t>
                      </a:r>
                    </a:p>
                    <a:p>
                      <a:pPr>
                        <a:buFontTx/>
                        <a:buNone/>
                      </a:pP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FontTx/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View all orders in the system.</a:t>
                      </a:r>
                    </a:p>
                    <a:p>
                      <a:pPr>
                        <a:buFontTx/>
                        <a:buNone/>
                      </a:pP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FontTx/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Delete an order in the system</a:t>
                      </a:r>
                    </a:p>
                    <a:p>
                      <a:pPr>
                        <a:buFontTx/>
                        <a:buNone/>
                      </a:pP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FontTx/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Add an item to an order.</a:t>
                      </a:r>
                    </a:p>
                    <a:p>
                      <a:pPr>
                        <a:buFontTx/>
                        <a:buNone/>
                      </a:pP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FontTx/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Calculate a cost for an order.</a:t>
                      </a:r>
                    </a:p>
                    <a:p>
                      <a:pPr>
                        <a:buFontTx/>
                        <a:buNone/>
                      </a:pP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FontTx/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Delete an item in an order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6968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3218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95598-12F7-81D7-B003-F5CED9E1A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Risk assessment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C2B209-3967-8022-C215-EA5290C7FF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58" t="41770" r="30848" b="25690"/>
          <a:stretch/>
        </p:blipFill>
        <p:spPr>
          <a:xfrm>
            <a:off x="838200" y="1977705"/>
            <a:ext cx="10231507" cy="2678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57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E4E52-2334-BBA7-EC8E-B8FB226C6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ERD + users (tables)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CBA1E1-A3E3-E2D7-FD2A-F1948C687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86" y="1874045"/>
            <a:ext cx="5925100" cy="17383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711023-918C-E452-035D-612A6B18D5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713" y="4114799"/>
            <a:ext cx="6838950" cy="21050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7E449F0-5AED-B538-7D8A-FF2111AF8A21}"/>
              </a:ext>
            </a:extLst>
          </p:cNvPr>
          <p:cNvSpPr txBox="1"/>
          <p:nvPr/>
        </p:nvSpPr>
        <p:spPr>
          <a:xfrm>
            <a:off x="6727371" y="1816315"/>
            <a:ext cx="1968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&lt;- Current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A440DE-6C91-455D-BBA0-DB9F90141F72}"/>
              </a:ext>
            </a:extLst>
          </p:cNvPr>
          <p:cNvSpPr txBox="1"/>
          <p:nvPr/>
        </p:nvSpPr>
        <p:spPr>
          <a:xfrm>
            <a:off x="3287485" y="4114799"/>
            <a:ext cx="1968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Next Sprint -&gt;</a:t>
            </a:r>
          </a:p>
        </p:txBody>
      </p:sp>
    </p:spTree>
    <p:extLst>
      <p:ext uri="{BB962C8B-B14F-4D97-AF65-F5344CB8AC3E}">
        <p14:creationId xmlns:p14="http://schemas.microsoft.com/office/powerpoint/2010/main" val="2284846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1784C-B48A-22B9-C60B-534D9BA74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Code functionality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B1D291-7D1E-D5C6-2673-8F09B93BF6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471"/>
          <a:stretch/>
        </p:blipFill>
        <p:spPr>
          <a:xfrm>
            <a:off x="2429986" y="1535185"/>
            <a:ext cx="6367094" cy="453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881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B2CB7-13C5-8FBD-9930-2AE755440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functionality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41EC4-F4DF-C635-0B57-7F96F300A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JUnit + Mockito testing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56DB8D-D03D-7A35-3D80-11621C2CB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2235" y="1966655"/>
            <a:ext cx="5531990" cy="421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277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154</Words>
  <Application>Microsoft Office PowerPoint</Application>
  <PresentationFormat>Widescreen</PresentationFormat>
  <Paragraphs>48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IMS project</vt:lpstr>
      <vt:lpstr>Introduction</vt:lpstr>
      <vt:lpstr>JIRA</vt:lpstr>
      <vt:lpstr>MVP</vt:lpstr>
      <vt:lpstr>Risk assessment</vt:lpstr>
      <vt:lpstr>ERD + users (tables)</vt:lpstr>
      <vt:lpstr>Code functionality</vt:lpstr>
      <vt:lpstr>Test functionality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Iman Kassim</dc:creator>
  <cp:lastModifiedBy>Immy WORK</cp:lastModifiedBy>
  <cp:revision>17</cp:revision>
  <dcterms:created xsi:type="dcterms:W3CDTF">2022-05-27T10:41:36Z</dcterms:created>
  <dcterms:modified xsi:type="dcterms:W3CDTF">2026-09-07T15:19:25Z</dcterms:modified>
</cp:coreProperties>
</file>